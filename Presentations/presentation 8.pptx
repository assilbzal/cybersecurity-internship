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83"/>
    <p:restoredTop sz="94650"/>
  </p:normalViewPr>
  <p:slideViewPr>
    <p:cSldViewPr snapToGrid="0">
      <p:cViewPr varScale="1">
        <p:scale>
          <a:sx n="157" d="100"/>
          <a:sy n="157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C4589-629A-7061-023A-85670C53DC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EC509B-2E71-C17C-398A-FD4F02C5F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56F0C-01CB-C719-1143-492A391A6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12DEE-6F50-F440-BFCF-BAEB7A888639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AF54A-5387-6548-4290-8CD48BFA8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1FB2D-4415-D1E6-1D43-440360F80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BEA3-A945-F741-8E93-E6B892F25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732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ADB18-E726-B98E-E63E-FE7D10B1F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92D50-CA6A-5563-2C37-419DB75CF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2F45F-05CB-4332-EB80-92A34AAFF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12DEE-6F50-F440-BFCF-BAEB7A888639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CC127-97D4-C9F2-2B9E-03B08E04F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0834B-F9A0-4774-2072-06B833AA9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BEA3-A945-F741-8E93-E6B892F25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91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C3BD2-626F-144A-B6C0-6D97CFB71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5A845-2758-A680-3F1E-1500F6B3B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15752-D6CA-E646-B5A6-1EC9916D6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12DEE-6F50-F440-BFCF-BAEB7A888639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7B04F-B741-6703-D91A-01700007D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476A9-A039-9E66-1BAB-2FE6905FB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BEA3-A945-F741-8E93-E6B892F25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197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DE669-12CB-7A0F-5270-BF291EB5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4E204-F36B-8809-72C7-F6A476FEA2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3ED19-0FA5-BCEA-B5C7-64E433848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A8F8E-A23A-D9C3-F28D-297C9BA87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12DEE-6F50-F440-BFCF-BAEB7A888639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BE9CB-168F-B480-35A3-B686C7D70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83DF59-2C48-75CD-B2BC-CE9FB4BD7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BEA3-A945-F741-8E93-E6B892F25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61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37A95-B1A2-B88D-C3E1-F3A27E262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8988A-2983-6138-7311-02D83CD72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C5B746-BBD9-044C-1A6A-0C6AA52CC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B605C-F12F-AAF0-2B1D-C373815BA2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BB922E-84DC-4FA2-E26E-D8ECD37BDD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68BE02-B535-D469-CBB5-26765CCBB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12DEE-6F50-F440-BFCF-BAEB7A888639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BCBFAA-AAE1-49DC-BD84-DDBED0506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C74441-D720-18C5-8626-FB9C63447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BEA3-A945-F741-8E93-E6B892F25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05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269D1-F63C-5F1A-95A9-F9D285FAA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AAABF7-4C9E-7F36-FDB3-741BEA14A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12DEE-6F50-F440-BFCF-BAEB7A888639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E7EA4A-FB91-AAD0-E88A-B96399CC6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CA8A1A-80C6-F6B4-3C64-ADE63E822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BEA3-A945-F741-8E93-E6B892F25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086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FFD127-DCE9-71C8-D7AC-17320974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12DEE-6F50-F440-BFCF-BAEB7A888639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8C1B30-0060-6C42-1896-5069A7328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A2D09-B028-8114-9853-6653111BD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BEA3-A945-F741-8E93-E6B892F25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36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5E30-942C-6D29-830E-F928AE424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DB7CF-945C-F98B-8590-2ACA6FDF7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0A68B9-8E85-431F-752F-F95837BB0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BD3E4-AB17-B1E4-BCEC-37701696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12DEE-6F50-F440-BFCF-BAEB7A888639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51A46-3E27-9C62-7666-CF08F1DF5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140D8-368F-3122-628A-AD1B7AE53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BEA3-A945-F741-8E93-E6B892F25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465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A747B-C779-16D9-0482-35B5DF18E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6EFBBF-E03F-F476-89B5-6362589E10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BA4D8-473A-9950-4244-DC785C63E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83A91-69A7-42FF-D19C-04B3D9C2D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12DEE-6F50-F440-BFCF-BAEB7A888639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E34B43-8751-66F0-F10C-5FCAD14FD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3054EB-A667-A654-A2D6-09602C9F0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BEA3-A945-F741-8E93-E6B892F25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65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C5BB5-AB7B-201D-AD26-C7AB44F3F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271A55-867A-13F5-3EA0-9AA2E7705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9E355-4D59-5EE4-96B6-75F4CE2BD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12DEE-6F50-F440-BFCF-BAEB7A888639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1868E-C5FE-EC9C-1A7D-76B1ADC37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EAB5D-D276-9B20-5259-B8290479E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BEA3-A945-F741-8E93-E6B892F25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594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9F323-E1B0-D8D6-2199-5C7A94A87A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1C2885-D78C-C53F-33FF-ED95115FD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8D60A-FF56-C873-B044-5D0007FDD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12DEE-6F50-F440-BFCF-BAEB7A888639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3399B-7851-A1AC-823C-1CF6FEB0F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7C248-20A6-46C3-A40C-616CEF439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BEA3-A945-F741-8E93-E6B892F25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40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D9FA4-BF83-3CB6-C8F8-A5FFEDBE6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A5245-0770-A703-BC4E-8169BD5E1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0EC05-9D7A-35EC-C02F-D1D0A5054D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F12DEE-6F50-F440-BFCF-BAEB7A888639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FBA38-6E06-EC89-3C56-492045738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37FE2-1ABD-BB55-E234-E0C1C0FEAE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57BEA3-A945-F741-8E93-E6B892F25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55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CA7A2-228D-380D-8A04-089EB862AC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Threat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488BB3-B417-BE7A-95FB-D647640F1A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Cybersecurity Internship </a:t>
            </a:r>
          </a:p>
          <a:p>
            <a:r>
              <a:rPr lang="en-US" dirty="0"/>
              <a:t>Week 10</a:t>
            </a:r>
          </a:p>
          <a:p>
            <a:r>
              <a:rPr lang="en-US" dirty="0"/>
              <a:t>Intern : Assil </a:t>
            </a:r>
            <a:r>
              <a:rPr lang="en-US" dirty="0" err="1"/>
              <a:t>Bzal</a:t>
            </a:r>
            <a:endParaRPr lang="en-US" dirty="0"/>
          </a:p>
        </p:txBody>
      </p:sp>
      <p:pic>
        <p:nvPicPr>
          <p:cNvPr id="5" name="Picture 4" descr="A logo for a security company&#10;&#10;AI-generated content may be incorrect.">
            <a:extLst>
              <a:ext uri="{FF2B5EF4-FFF2-40B4-BE49-F238E27FC236}">
                <a16:creationId xmlns:a16="http://schemas.microsoft.com/office/drawing/2014/main" id="{06EB6222-BB1A-D8BA-23E2-3E6DD49D6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396" y="221407"/>
            <a:ext cx="2431207" cy="243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816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C4EB5-D612-CE36-2050-1EE0E49E5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code’s functionality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E00EDD-444A-43BA-7AE6-C1E938DD5FFC}"/>
              </a:ext>
            </a:extLst>
          </p:cNvPr>
          <p:cNvSpPr txBox="1"/>
          <p:nvPr/>
        </p:nvSpPr>
        <p:spPr>
          <a:xfrm>
            <a:off x="767316" y="1879053"/>
            <a:ext cx="1034370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That’s a Python script for automated threat modeling - it takes a description of a system (components + dataflows), analyzes it, and produces: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A STRIDE threat report (in both text and JSON),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A Data Flow Diagram (DFD) using </a:t>
            </a: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Graphviz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, and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A sequence diagram using </a:t>
            </a: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PlantUML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Let’s walk through it step-by-step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40891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5A80A-C4EE-E082-52F6-8B4CFCC69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STRIDE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F903C4A-5A9C-C4C9-0C43-53CCC99EDD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9280489"/>
              </p:ext>
            </p:extLst>
          </p:nvPr>
        </p:nvGraphicFramePr>
        <p:xfrm>
          <a:off x="838200" y="2677913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28426333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445282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STRIDE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Threat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077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Spoofing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579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737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Repudiation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524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Information Disclosure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963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Denial of 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76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Elevation of Privilege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34374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F78E92E-B456-A35F-0F3F-8AC7E532F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5267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This tool automates the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STRIDE threat modeling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process: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100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4471E-2841-B558-86FE-5BB706BEC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 generation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140B3E-8C4D-092E-1798-6F0C674392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43842"/>
            <a:ext cx="1020678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This is the heart of the program — it applies heuristic </a:t>
            </a:r>
            <a:r>
              <a:rPr kumimoji="0" lang="en-US" altLang="en-US" sz="1400" b="1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rules</a:t>
            </a:r>
            <a:r>
              <a:rPr kumimoji="0" lang="en-US" altLang="en-US" sz="1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to detect threats automatically.</a:t>
            </a:r>
            <a:endParaRPr kumimoji="0" lang="en-US" altLang="en-US" sz="14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Each rule adds a threat via the </a:t>
            </a:r>
            <a:r>
              <a:rPr kumimoji="0" lang="en-US" altLang="en-US" sz="1400" b="0" i="0" u="none" strike="noStrike" cap="none" normalizeH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add_t</a:t>
            </a:r>
            <a:r>
              <a:rPr kumimoji="0" lang="en-US" altLang="en-US" sz="1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en-US" altLang="en-US" sz="1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</a:rPr>
              <a:t> </a:t>
            </a:r>
            <a:r>
              <a:rPr kumimoji="0" lang="en-US" altLang="en-US" sz="1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helper.</a:t>
            </a:r>
            <a:endParaRPr kumimoji="0" lang="en-US" altLang="en-US" sz="1400" b="1" i="0" u="none" strike="noStrike" cap="none" normalizeH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🔹 Rule 1 — </a:t>
            </a:r>
            <a:r>
              <a:rPr kumimoji="0" lang="en-US" altLang="en-US" sz="1400" b="1" i="1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Spoofing / Unauthorized Requests</a:t>
            </a:r>
            <a:endParaRPr kumimoji="0" lang="en-US" altLang="en-US" sz="1400" b="1" i="0" u="none" strike="noStrike" cap="none" normalizeH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 external data reaches a destination that doesn’t authenticate sources → spoofing possible.</a:t>
            </a:r>
            <a:endParaRPr kumimoji="0" lang="en-US" altLang="en-US" sz="1400" b="1" i="0" u="none" strike="noStrike" cap="none" normalizeH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🔹 Rule 2 — </a:t>
            </a:r>
            <a:r>
              <a:rPr kumimoji="0" lang="en-US" altLang="en-US" sz="1400" b="1" i="1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Information Disclosure / Tampering (in-transit)</a:t>
            </a:r>
            <a:endParaRPr kumimoji="0" lang="en-US" altLang="en-US" sz="1400" b="1" i="0" u="none" strike="noStrike" cap="none" normalizeH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 a dataflow crosses boundaries and is </a:t>
            </a:r>
            <a:r>
              <a:rPr kumimoji="0" lang="en-US" altLang="en-US" sz="1400" b="1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not encrypted</a:t>
            </a:r>
            <a:r>
              <a:rPr kumimoji="0" lang="en-US" altLang="en-US" sz="1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there’s risk of sniffing or tampering.</a:t>
            </a:r>
            <a:endParaRPr kumimoji="0" lang="en-US" altLang="en-US" sz="1400" b="1" i="0" u="none" strike="noStrike" cap="none" normalizeH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🔹 Rule 3 — </a:t>
            </a:r>
            <a:r>
              <a:rPr kumimoji="0" lang="en-US" altLang="en-US" sz="1400" b="1" i="1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Unhardened Host Exploitable</a:t>
            </a:r>
            <a:endParaRPr kumimoji="0" lang="en-US" altLang="en-US" sz="1400" b="1" i="0" u="none" strike="noStrike" cap="none" normalizeH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 a server/process/datastore is reachable across boundaries but isn’t hardened.</a:t>
            </a:r>
            <a:endParaRPr kumimoji="0" lang="en-US" altLang="en-US" sz="1400" b="1" i="0" u="none" strike="noStrike" cap="none" normalizeH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🔹 Rule 4 — </a:t>
            </a:r>
            <a:r>
              <a:rPr kumimoji="0" lang="en-US" altLang="en-US" sz="1400" b="1" i="1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Sensitive Data at Rest Exposed</a:t>
            </a:r>
            <a:endParaRPr kumimoji="0" lang="en-US" altLang="en-US" sz="1400" b="1" i="0" u="none" strike="noStrike" cap="none" normalizeH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Datastore or server holds sensitive data without hardening/authentication.</a:t>
            </a:r>
            <a:endParaRPr kumimoji="0" lang="en-US" altLang="en-US" sz="1400" b="1" i="0" u="none" strike="noStrike" cap="none" normalizeH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🔹 Rule 5 — </a:t>
            </a:r>
            <a:r>
              <a:rPr kumimoji="0" lang="en-US" altLang="en-US" sz="1400" b="1" i="1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Lateral Movement to Safety-Critical Bus</a:t>
            </a:r>
            <a:endParaRPr kumimoji="0" lang="en-US" altLang="en-US" sz="1400" b="1" i="0" u="none" strike="noStrike" cap="none" normalizeH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 insecure component connects to something safety-critical (like a CAN bus).</a:t>
            </a:r>
            <a:endParaRPr kumimoji="0" lang="en-US" altLang="en-US" sz="1400" b="1" i="0" u="none" strike="noStrike" cap="none" normalizeH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🔹 Rule 6 — </a:t>
            </a:r>
            <a:r>
              <a:rPr kumimoji="0" lang="en-US" altLang="en-US" sz="1400" b="1" i="1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Denial of Service</a:t>
            </a:r>
            <a:endParaRPr kumimoji="0" lang="en-US" altLang="en-US" sz="1400" b="1" i="0" u="none" strike="noStrike" cap="none" normalizeH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Publicly exposed and unhardened services → DoS risk.</a:t>
            </a:r>
            <a:endParaRPr kumimoji="0" lang="en-US" altLang="en-US" sz="1400" b="1" i="0" u="none" strike="noStrike" cap="none" normalizeH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🔹 Rule 7 — </a:t>
            </a:r>
            <a:r>
              <a:rPr kumimoji="0" lang="en-US" altLang="en-US" sz="1400" b="1" i="1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Injection / Unauthorized Modification</a:t>
            </a:r>
            <a:endParaRPr kumimoji="0" lang="en-US" altLang="en-US" sz="1400" b="1" i="0" u="none" strike="noStrike" cap="none" normalizeH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 destination doesn’t sanitize input → injection possible (SQLi, code injection, </a:t>
            </a:r>
            <a:r>
              <a:rPr kumimoji="0" lang="en-US" altLang="en-US" sz="1400" b="0" i="0" u="none" strike="noStrike" cap="none" normalizeH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etc</a:t>
            </a:r>
            <a:r>
              <a:rPr kumimoji="0" lang="en-US" altLang="en-US" sz="1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).</a:t>
            </a:r>
            <a:endParaRPr kumimoji="0" lang="en-US" altLang="en-US" sz="14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Finally, threats are deduplicated before returning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078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AB8B-B5FB-47B6-CF5B-4FA1ADCF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Spoofing</a:t>
            </a:r>
          </a:p>
        </p:txBody>
      </p:sp>
      <p:pic>
        <p:nvPicPr>
          <p:cNvPr id="5" name="Content Placeholder 4" descr="A black background with colorful text&#10;&#10;AI-generated content may be incorrect.">
            <a:extLst>
              <a:ext uri="{FF2B5EF4-FFF2-40B4-BE49-F238E27FC236}">
                <a16:creationId xmlns:a16="http://schemas.microsoft.com/office/drawing/2014/main" id="{849493CC-E012-2C1C-D18F-63A30D5BC2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9792" y="2025732"/>
            <a:ext cx="11353329" cy="2690077"/>
          </a:xfrm>
        </p:spPr>
      </p:pic>
    </p:spTree>
    <p:extLst>
      <p:ext uri="{BB962C8B-B14F-4D97-AF65-F5344CB8AC3E}">
        <p14:creationId xmlns:p14="http://schemas.microsoft.com/office/powerpoint/2010/main" val="3807200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765A5-B57B-174A-6E84-F4D5DBDB5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Tampering</a:t>
            </a:r>
          </a:p>
        </p:txBody>
      </p:sp>
      <p:pic>
        <p:nvPicPr>
          <p:cNvPr id="5" name="Content Placeholder 4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24762500-4865-2BE4-41A2-B279986F06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38767"/>
            <a:ext cx="10515600" cy="3325054"/>
          </a:xfrm>
        </p:spPr>
      </p:pic>
    </p:spTree>
    <p:extLst>
      <p:ext uri="{BB962C8B-B14F-4D97-AF65-F5344CB8AC3E}">
        <p14:creationId xmlns:p14="http://schemas.microsoft.com/office/powerpoint/2010/main" val="2813975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BC16-F34B-F8B3-9117-516EF14D0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Elevation/tampering</a:t>
            </a:r>
          </a:p>
        </p:txBody>
      </p:sp>
      <p:pic>
        <p:nvPicPr>
          <p:cNvPr id="5" name="Content Placeholder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A0BE6F6A-C4AE-B639-8D2B-5C1788EA07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6557" y="1961834"/>
            <a:ext cx="10515600" cy="293433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76B79F-6DD7-C8F4-54EC-ECDD97C3E64F}"/>
              </a:ext>
            </a:extLst>
          </p:cNvPr>
          <p:cNvSpPr txBox="1"/>
          <p:nvPr/>
        </p:nvSpPr>
        <p:spPr>
          <a:xfrm>
            <a:off x="849086" y="56578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88DB42-F893-6C7B-F95E-E685081D6306}"/>
              </a:ext>
            </a:extLst>
          </p:cNvPr>
          <p:cNvSpPr txBox="1"/>
          <p:nvPr/>
        </p:nvSpPr>
        <p:spPr>
          <a:xfrm>
            <a:off x="838199" y="5282293"/>
            <a:ext cx="104339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An unhardened host lets an attacker run code or escalate privileges → 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Elevation of Privilege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With those privileges they can alter data/configuration → 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Tampering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77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1497D-A86C-BCA1-0DC4-223739604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disclosure</a:t>
            </a:r>
          </a:p>
        </p:txBody>
      </p:sp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4658B19-921F-CBDE-9E5F-F01E64BD0E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39012"/>
            <a:ext cx="10515600" cy="3124563"/>
          </a:xfrm>
        </p:spPr>
      </p:pic>
    </p:spTree>
    <p:extLst>
      <p:ext uri="{BB962C8B-B14F-4D97-AF65-F5344CB8AC3E}">
        <p14:creationId xmlns:p14="http://schemas.microsoft.com/office/powerpoint/2010/main" val="2369636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88EEA-CECA-B9ED-5EEB-03B4D913B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Elevation/tampering</a:t>
            </a:r>
          </a:p>
        </p:txBody>
      </p:sp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0704728-0ABD-22F1-9B2D-7A94EF0962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68797"/>
            <a:ext cx="10515600" cy="3464994"/>
          </a:xfrm>
        </p:spPr>
      </p:pic>
    </p:spTree>
    <p:extLst>
      <p:ext uri="{BB962C8B-B14F-4D97-AF65-F5344CB8AC3E}">
        <p14:creationId xmlns:p14="http://schemas.microsoft.com/office/powerpoint/2010/main" val="590206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ED89F-7CC7-9331-1D76-5B4D46792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Denial of service </a:t>
            </a:r>
          </a:p>
        </p:txBody>
      </p:sp>
      <p:pic>
        <p:nvPicPr>
          <p:cNvPr id="5" name="Content Placeholder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842A6F2D-CF28-F99C-FA51-3FFB42E21C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0150" y="2451894"/>
            <a:ext cx="9791700" cy="3098800"/>
          </a:xfrm>
        </p:spPr>
      </p:pic>
    </p:spTree>
    <p:extLst>
      <p:ext uri="{BB962C8B-B14F-4D97-AF65-F5344CB8AC3E}">
        <p14:creationId xmlns:p14="http://schemas.microsoft.com/office/powerpoint/2010/main" val="3461432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06E2C-F48C-8C16-23FC-8700D814C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Tampering</a:t>
            </a:r>
          </a:p>
        </p:txBody>
      </p:sp>
      <p:pic>
        <p:nvPicPr>
          <p:cNvPr id="5" name="Content Placeholder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96B3192D-399E-BF40-17F0-2B53D3163D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03433"/>
            <a:ext cx="10515600" cy="2795722"/>
          </a:xfrm>
        </p:spPr>
      </p:pic>
    </p:spTree>
    <p:extLst>
      <p:ext uri="{BB962C8B-B14F-4D97-AF65-F5344CB8AC3E}">
        <p14:creationId xmlns:p14="http://schemas.microsoft.com/office/powerpoint/2010/main" val="3445141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D2063-10C4-2B2D-3395-A3FAA514A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781B3A5-675A-3285-02EC-187B2FA80E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5342" y="1825625"/>
            <a:ext cx="9921315" cy="4351338"/>
          </a:xfrm>
        </p:spPr>
      </p:pic>
    </p:spTree>
    <p:extLst>
      <p:ext uri="{BB962C8B-B14F-4D97-AF65-F5344CB8AC3E}">
        <p14:creationId xmlns:p14="http://schemas.microsoft.com/office/powerpoint/2010/main" val="1798541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67A17-4AF8-3F6C-9F92-1434336C2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DFD </a:t>
            </a:r>
          </a:p>
        </p:txBody>
      </p:sp>
      <p:pic>
        <p:nvPicPr>
          <p:cNvPr id="5" name="Content Placeholder 4" descr="A diagram of a vehicle command system&#10;&#10;AI-generated content may be incorrect.">
            <a:extLst>
              <a:ext uri="{FF2B5EF4-FFF2-40B4-BE49-F238E27FC236}">
                <a16:creationId xmlns:a16="http://schemas.microsoft.com/office/drawing/2014/main" id="{9240B870-A01F-04D3-9037-57309D919B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8550" y="2014650"/>
            <a:ext cx="6852882" cy="3177835"/>
          </a:xfrm>
        </p:spPr>
      </p:pic>
    </p:spTree>
    <p:extLst>
      <p:ext uri="{BB962C8B-B14F-4D97-AF65-F5344CB8AC3E}">
        <p14:creationId xmlns:p14="http://schemas.microsoft.com/office/powerpoint/2010/main" val="1081682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0A87-074A-7B48-29E4-8CCAC391E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diagram</a:t>
            </a:r>
          </a:p>
        </p:txBody>
      </p:sp>
      <p:pic>
        <p:nvPicPr>
          <p:cNvPr id="5" name="Content Placeholder 4" descr="A diagram of a system&#10;&#10;AI-generated content may be incorrect.">
            <a:extLst>
              <a:ext uri="{FF2B5EF4-FFF2-40B4-BE49-F238E27FC236}">
                <a16:creationId xmlns:a16="http://schemas.microsoft.com/office/drawing/2014/main" id="{56DEC7D0-F585-E568-597F-32F3CF3E65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2409" y="1851396"/>
            <a:ext cx="7367181" cy="4136777"/>
          </a:xfrm>
        </p:spPr>
      </p:pic>
    </p:spTree>
    <p:extLst>
      <p:ext uri="{BB962C8B-B14F-4D97-AF65-F5344CB8AC3E}">
        <p14:creationId xmlns:p14="http://schemas.microsoft.com/office/powerpoint/2010/main" val="2960252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253BA-D388-9B75-45A5-02294E1AF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 report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0B2FE94-8711-634E-62D6-C90CBAFAC2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684185"/>
            <a:ext cx="5959482" cy="2462346"/>
          </a:xfrm>
        </p:spPr>
      </p:pic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BD1B1021-FEFE-FF56-31C2-351CB62ED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025" y="1358622"/>
            <a:ext cx="5098975" cy="531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742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345</Words>
  <Application>Microsoft Macintosh PowerPoint</Application>
  <PresentationFormat>Widescreen</PresentationFormat>
  <Paragraphs>57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 Unicode MS</vt:lpstr>
      <vt:lpstr>Aptos</vt:lpstr>
      <vt:lpstr>Aptos Display</vt:lpstr>
      <vt:lpstr>Arial</vt:lpstr>
      <vt:lpstr>Office Theme</vt:lpstr>
      <vt:lpstr>Threat model</vt:lpstr>
      <vt:lpstr>The code’s functionality</vt:lpstr>
      <vt:lpstr>STRIDE</vt:lpstr>
      <vt:lpstr>Threat generation</vt:lpstr>
      <vt:lpstr>Spoofing</vt:lpstr>
      <vt:lpstr>Tampering</vt:lpstr>
      <vt:lpstr>Elevation/tampering</vt:lpstr>
      <vt:lpstr>Information disclosure</vt:lpstr>
      <vt:lpstr>Elevation/tampering</vt:lpstr>
      <vt:lpstr>Denial of service </vt:lpstr>
      <vt:lpstr>Tampering</vt:lpstr>
      <vt:lpstr>Output</vt:lpstr>
      <vt:lpstr>DFD </vt:lpstr>
      <vt:lpstr>Sequence diagram</vt:lpstr>
      <vt:lpstr>Threat report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Macbook</dc:creator>
  <cp:lastModifiedBy>Macbook</cp:lastModifiedBy>
  <cp:revision>2</cp:revision>
  <dcterms:created xsi:type="dcterms:W3CDTF">2025-10-25T14:34:24Z</dcterms:created>
  <dcterms:modified xsi:type="dcterms:W3CDTF">2025-10-25T18:02:41Z</dcterms:modified>
</cp:coreProperties>
</file>